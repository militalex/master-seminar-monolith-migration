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88" r:id="rId1"/>
  </p:sldMasterIdLst>
  <p:notesMasterIdLst>
    <p:notesMasterId r:id="rId8"/>
  </p:notesMasterIdLst>
  <p:sldIdLst>
    <p:sldId id="256" r:id="rId2"/>
    <p:sldId id="258" r:id="rId3"/>
    <p:sldId id="259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A985B8-CC2D-4C87-82FB-4B331545790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55475-B631-4FA3-886C-1F95E3AFB43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9560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morning</a:t>
            </a:r>
            <a:r>
              <a:rPr lang="de-DE" dirty="0"/>
              <a:t> </a:t>
            </a:r>
            <a:r>
              <a:rPr lang="de-DE" dirty="0" err="1"/>
              <a:t>everyone</a:t>
            </a:r>
            <a:r>
              <a:rPr lang="de-DE" dirty="0"/>
              <a:t>,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Alexander and I am </a:t>
            </a:r>
            <a:r>
              <a:rPr lang="de-DE" dirty="0" err="1"/>
              <a:t>studying</a:t>
            </a:r>
            <a:r>
              <a:rPr lang="de-DE" dirty="0"/>
              <a:t> in a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degree</a:t>
            </a:r>
            <a:r>
              <a:rPr lang="de-DE" dirty="0"/>
              <a:t> of Computer Science</a:t>
            </a:r>
          </a:p>
          <a:p>
            <a:pPr marL="171450" indent="-171450">
              <a:buFontTx/>
              <a:buChar char="-"/>
            </a:pPr>
            <a:r>
              <a:rPr lang="de-DE" dirty="0"/>
              <a:t>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to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to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topic</a:t>
            </a:r>
            <a:r>
              <a:rPr lang="de-DE" dirty="0"/>
              <a:t> of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: „Service-Interface-</a:t>
            </a:r>
            <a:r>
              <a:rPr lang="de-DE" dirty="0" err="1"/>
              <a:t>Identification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the </a:t>
            </a:r>
            <a:r>
              <a:rPr lang="de-DE" dirty="0" err="1"/>
              <a:t>migration</a:t>
            </a:r>
            <a:r>
              <a:rPr lang="de-DE" dirty="0"/>
              <a:t> of </a:t>
            </a:r>
            <a:r>
              <a:rPr lang="de-DE" dirty="0" err="1"/>
              <a:t>monoliths</a:t>
            </a:r>
            <a:r>
              <a:rPr lang="de-DE" dirty="0"/>
              <a:t> to </a:t>
            </a:r>
            <a:r>
              <a:rPr lang="de-DE" dirty="0" err="1"/>
              <a:t>microservice</a:t>
            </a:r>
            <a:r>
              <a:rPr lang="de-DE" dirty="0"/>
              <a:t>“</a:t>
            </a:r>
          </a:p>
          <a:p>
            <a:pPr marL="171450" indent="-171450">
              <a:buFontTx/>
              <a:buChar char="-"/>
            </a:pPr>
            <a:r>
              <a:rPr lang="de-DE" dirty="0"/>
              <a:t>My </a:t>
            </a:r>
            <a:r>
              <a:rPr lang="de-DE" dirty="0" err="1"/>
              <a:t>goal</a:t>
            </a:r>
            <a:r>
              <a:rPr lang="de-DE" dirty="0"/>
              <a:t> for </a:t>
            </a:r>
            <a:r>
              <a:rPr lang="de-DE" dirty="0" err="1"/>
              <a:t>today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able</a:t>
            </a:r>
            <a:r>
              <a:rPr lang="de-DE" dirty="0"/>
              <a:t> to </a:t>
            </a:r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term</a:t>
            </a:r>
            <a:r>
              <a:rPr lang="de-DE" dirty="0"/>
              <a:t>,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and </a:t>
            </a:r>
            <a:r>
              <a:rPr lang="de-DE" dirty="0" err="1"/>
              <a:t>why</a:t>
            </a:r>
            <a:r>
              <a:rPr lang="de-DE" dirty="0"/>
              <a:t> it </a:t>
            </a:r>
            <a:r>
              <a:rPr lang="de-DE" dirty="0" err="1"/>
              <a:t>is</a:t>
            </a:r>
            <a:r>
              <a:rPr lang="de-DE" dirty="0"/>
              <a:t> relevant.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5475-B631-4FA3-886C-1F95E3AFB43D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7286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5B26-544E-826F-71C9-6D5591A24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D1495D-22F5-22D9-35F0-32C21A25F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109DD52-EA0C-795A-3DC1-1AE4EB9C9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First, I </a:t>
            </a:r>
            <a:r>
              <a:rPr lang="de-DE" dirty="0" err="1"/>
              <a:t>would</a:t>
            </a:r>
            <a:r>
              <a:rPr lang="de-DE" dirty="0"/>
              <a:t> like to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Software Migration </a:t>
            </a:r>
            <a:r>
              <a:rPr lang="de-DE" dirty="0" err="1"/>
              <a:t>means</a:t>
            </a:r>
            <a:r>
              <a:rPr lang="de-DE" dirty="0"/>
              <a:t> and </a:t>
            </a:r>
            <a:r>
              <a:rPr lang="de-DE" dirty="0" err="1"/>
              <a:t>why</a:t>
            </a:r>
            <a:r>
              <a:rPr lang="de-DE" dirty="0"/>
              <a:t> it </a:t>
            </a:r>
            <a:r>
              <a:rPr lang="de-DE" dirty="0" err="1"/>
              <a:t>is</a:t>
            </a:r>
            <a:r>
              <a:rPr lang="de-DE" dirty="0"/>
              <a:t> relevant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6B9925-BC45-2D83-FB23-832BF10D6B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5475-B631-4FA3-886C-1F95E3AFB43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050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F5C0D-B04F-2982-5E4A-14C91F55D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7A48FAE-341E-EAC1-2FAF-FAF7D4494D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C184394-A71F-235C-72F0-5B147D0D8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Secondly</a:t>
            </a:r>
            <a:r>
              <a:rPr lang="de-DE" dirty="0"/>
              <a:t>,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the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Monoliths and Microservices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8E979A-340C-675C-96A5-184DB760C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5475-B631-4FA3-886C-1F95E3AFB43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837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31E40-EE6C-8549-819C-BC6A4A9BB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956AD0-0774-1A0D-AFB2-490F93E3A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42EC924-12DD-FEA2-9EF4-24B5EC61E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And, in the end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outline</a:t>
            </a:r>
            <a:r>
              <a:rPr lang="de-DE" dirty="0"/>
              <a:t> the </a:t>
            </a:r>
            <a:r>
              <a:rPr lang="de-DE" dirty="0" err="1"/>
              <a:t>exact</a:t>
            </a:r>
            <a:r>
              <a:rPr lang="de-DE" dirty="0"/>
              <a:t>  </a:t>
            </a:r>
            <a:r>
              <a:rPr lang="de-DE" dirty="0" err="1"/>
              <a:t>focus</a:t>
            </a:r>
            <a:r>
              <a:rPr lang="de-DE" dirty="0"/>
              <a:t> of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DC76A8-7AB3-9DF2-93ED-85C2F372A8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5475-B631-4FA3-886C-1F95E3AFB43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29128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B326-72D8-1627-EB79-3BF368FDD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A141B6-F510-30B0-6B60-0C71C08CF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2C7E8F-BC28-5998-502C-86722B208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Now</a:t>
            </a:r>
            <a:r>
              <a:rPr lang="de-DE" dirty="0"/>
              <a:t>,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to </a:t>
            </a:r>
            <a:r>
              <a:rPr lang="de-DE" dirty="0" err="1"/>
              <a:t>dipe</a:t>
            </a:r>
            <a:r>
              <a:rPr lang="de-DE" dirty="0"/>
              <a:t> </a:t>
            </a:r>
            <a:r>
              <a:rPr lang="de-DE" dirty="0" err="1"/>
              <a:t>dive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the </a:t>
            </a:r>
            <a:r>
              <a:rPr lang="de-DE" dirty="0" err="1"/>
              <a:t>topic</a:t>
            </a:r>
            <a:r>
              <a:rPr lang="de-DE" dirty="0"/>
              <a:t>,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to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I am </a:t>
            </a:r>
            <a:r>
              <a:rPr lang="de-DE" dirty="0" err="1"/>
              <a:t>generally</a:t>
            </a:r>
            <a:r>
              <a:rPr lang="de-DE" dirty="0"/>
              <a:t> open for </a:t>
            </a:r>
            <a:r>
              <a:rPr lang="de-DE" dirty="0" err="1"/>
              <a:t>questions</a:t>
            </a:r>
            <a:r>
              <a:rPr lang="de-DE" dirty="0"/>
              <a:t> but </a:t>
            </a:r>
            <a:r>
              <a:rPr lang="de-DE" dirty="0" err="1"/>
              <a:t>please</a:t>
            </a:r>
            <a:r>
              <a:rPr lang="de-DE" dirty="0"/>
              <a:t> </a:t>
            </a:r>
            <a:r>
              <a:rPr lang="de-DE" dirty="0" err="1"/>
              <a:t>keep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the end of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DA4104-435C-C6C9-5FFF-E7548DE686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55475-B631-4FA3-886C-1F95E3AFB43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1287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509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1070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41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s-&#10;überschrif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894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3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567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0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196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46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3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933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997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461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935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9519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68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3321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9026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89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4354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94028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2904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64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5411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0300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462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55A4FACD-166D-4BDE-857D-5E8FD0B8E218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EE37D961-4667-421C-914A-80EB01B4E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062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9" r:id="rId1"/>
    <p:sldLayoutId id="2147483990" r:id="rId2"/>
    <p:sldLayoutId id="2147483991" r:id="rId3"/>
    <p:sldLayoutId id="2147483992" r:id="rId4"/>
    <p:sldLayoutId id="2147483993" r:id="rId5"/>
    <p:sldLayoutId id="2147483994" r:id="rId6"/>
    <p:sldLayoutId id="2147483995" r:id="rId7"/>
    <p:sldLayoutId id="2147483996" r:id="rId8"/>
    <p:sldLayoutId id="2147483997" r:id="rId9"/>
    <p:sldLayoutId id="2147483998" r:id="rId10"/>
    <p:sldLayoutId id="2147483999" r:id="rId11"/>
    <p:sldLayoutId id="2147484000" r:id="rId12"/>
    <p:sldLayoutId id="2147484001" r:id="rId13"/>
    <p:sldLayoutId id="2147484002" r:id="rId14"/>
    <p:sldLayoutId id="2147484003" r:id="rId15"/>
    <p:sldLayoutId id="2147484004" r:id="rId16"/>
    <p:sldLayoutId id="2147484005" r:id="rId17"/>
    <p:sldLayoutId id="2147484006" r:id="rId18"/>
    <p:sldLayoutId id="2147484007" r:id="rId19"/>
    <p:sldLayoutId id="2147484008" r:id="rId20"/>
    <p:sldLayoutId id="2147484009" r:id="rId21"/>
    <p:sldLayoutId id="2147484010" r:id="rId22"/>
    <p:sldLayoutId id="2147484011" r:id="rId23"/>
    <p:sldLayoutId id="2147484012" r:id="rId24"/>
    <p:sldLayoutId id="2147484013" r:id="rId25"/>
    <p:sldLayoutId id="2147484014" r:id="rId26"/>
    <p:sldLayoutId id="2147484015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0DD25B-F39A-90B8-247C-D8D558AA5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955" y="876300"/>
            <a:ext cx="11188091" cy="1704975"/>
          </a:xfrm>
        </p:spPr>
        <p:txBody>
          <a:bodyPr>
            <a:noAutofit/>
          </a:bodyPr>
          <a:lstStyle/>
          <a:p>
            <a:pPr algn="ctr"/>
            <a:r>
              <a:rPr lang="de-DE" sz="4000" cap="none" dirty="0">
                <a:latin typeface="+mn-lt"/>
              </a:rPr>
              <a:t>Service-Interface-</a:t>
            </a:r>
            <a:r>
              <a:rPr lang="de-DE" sz="4000" cap="none" dirty="0" err="1">
                <a:latin typeface="+mn-lt"/>
              </a:rPr>
              <a:t>Identification</a:t>
            </a:r>
            <a:r>
              <a:rPr lang="de-DE" sz="4000" cap="none" dirty="0">
                <a:latin typeface="+mn-lt"/>
              </a:rPr>
              <a:t>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 err="1">
                <a:latin typeface="+mn-lt"/>
              </a:rPr>
              <a:t>during</a:t>
            </a:r>
            <a:r>
              <a:rPr lang="de-DE" sz="4000" cap="none" dirty="0">
                <a:latin typeface="+mn-lt"/>
              </a:rPr>
              <a:t> the Software Migration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>
                <a:latin typeface="+mn-lt"/>
              </a:rPr>
              <a:t>of Monoliths to Microservices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6B15B8B-EEE2-7824-4FAE-8C7FA24A80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5354" y="2377747"/>
            <a:ext cx="2477071" cy="407055"/>
          </a:xfrm>
        </p:spPr>
        <p:txBody>
          <a:bodyPr/>
          <a:lstStyle/>
          <a:p>
            <a:r>
              <a:rPr lang="de-DE" dirty="0"/>
              <a:t>by Alexander Ley</a:t>
            </a:r>
          </a:p>
        </p:txBody>
      </p:sp>
    </p:spTree>
    <p:extLst>
      <p:ext uri="{BB962C8B-B14F-4D97-AF65-F5344CB8AC3E}">
        <p14:creationId xmlns:p14="http://schemas.microsoft.com/office/powerpoint/2010/main" val="4111573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22872-1EA0-E54C-73B4-DB7F78E63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6B2F41-6F72-441E-3488-CD70997D7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955" y="876300"/>
            <a:ext cx="11188091" cy="1704975"/>
          </a:xfrm>
        </p:spPr>
        <p:txBody>
          <a:bodyPr>
            <a:noAutofit/>
          </a:bodyPr>
          <a:lstStyle/>
          <a:p>
            <a:pPr algn="ctr"/>
            <a:r>
              <a:rPr lang="de-DE" sz="4000" cap="none" dirty="0">
                <a:latin typeface="+mn-lt"/>
              </a:rPr>
              <a:t>Service-Interface-</a:t>
            </a:r>
            <a:r>
              <a:rPr lang="de-DE" sz="4000" cap="none" dirty="0" err="1">
                <a:latin typeface="+mn-lt"/>
              </a:rPr>
              <a:t>Identification</a:t>
            </a:r>
            <a:r>
              <a:rPr lang="de-DE" sz="4000" cap="none" dirty="0">
                <a:latin typeface="+mn-lt"/>
              </a:rPr>
              <a:t>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 err="1">
                <a:latin typeface="+mn-lt"/>
              </a:rPr>
              <a:t>during</a:t>
            </a:r>
            <a:r>
              <a:rPr lang="de-DE" sz="4000" cap="none" dirty="0">
                <a:latin typeface="+mn-lt"/>
              </a:rPr>
              <a:t> the </a:t>
            </a:r>
            <a:r>
              <a:rPr lang="de-DE" sz="4000" cap="none" dirty="0">
                <a:solidFill>
                  <a:srgbClr val="FF0000"/>
                </a:solidFill>
                <a:latin typeface="+mn-lt"/>
              </a:rPr>
              <a:t>Software Migration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>
                <a:latin typeface="+mn-lt"/>
              </a:rPr>
              <a:t>of Monoliths to Microservices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64F935B-0DF8-4145-E450-064A906F3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5354" y="2377747"/>
            <a:ext cx="2477071" cy="407055"/>
          </a:xfrm>
        </p:spPr>
        <p:txBody>
          <a:bodyPr/>
          <a:lstStyle/>
          <a:p>
            <a:r>
              <a:rPr lang="de-DE" dirty="0"/>
              <a:t>by Alexander Ley</a:t>
            </a:r>
          </a:p>
        </p:txBody>
      </p:sp>
    </p:spTree>
    <p:extLst>
      <p:ext uri="{BB962C8B-B14F-4D97-AF65-F5344CB8AC3E}">
        <p14:creationId xmlns:p14="http://schemas.microsoft.com/office/powerpoint/2010/main" val="1498543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6762E-0729-1962-6C87-F9DC166F8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3AEEF8-FB98-9D8C-E0D7-B418092CC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955" y="876300"/>
            <a:ext cx="11188091" cy="1704975"/>
          </a:xfrm>
        </p:spPr>
        <p:txBody>
          <a:bodyPr>
            <a:noAutofit/>
          </a:bodyPr>
          <a:lstStyle/>
          <a:p>
            <a:pPr algn="ctr"/>
            <a:r>
              <a:rPr lang="de-DE" sz="4000" cap="none" dirty="0">
                <a:latin typeface="+mn-lt"/>
              </a:rPr>
              <a:t>Service-Interface-</a:t>
            </a:r>
            <a:r>
              <a:rPr lang="de-DE" sz="4000" cap="none" dirty="0" err="1">
                <a:latin typeface="+mn-lt"/>
              </a:rPr>
              <a:t>Identification</a:t>
            </a:r>
            <a:r>
              <a:rPr lang="de-DE" sz="4000" cap="none" dirty="0">
                <a:latin typeface="+mn-lt"/>
              </a:rPr>
              <a:t>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 err="1">
                <a:latin typeface="+mn-lt"/>
              </a:rPr>
              <a:t>during</a:t>
            </a:r>
            <a:r>
              <a:rPr lang="de-DE" sz="4000" cap="none" dirty="0">
                <a:latin typeface="+mn-lt"/>
              </a:rPr>
              <a:t> the Software Migration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>
                <a:latin typeface="+mn-lt"/>
              </a:rPr>
              <a:t>of </a:t>
            </a:r>
            <a:r>
              <a:rPr lang="de-DE" sz="4000" cap="none" dirty="0">
                <a:solidFill>
                  <a:srgbClr val="FF0000"/>
                </a:solidFill>
                <a:latin typeface="+mn-lt"/>
              </a:rPr>
              <a:t>Monoliths to Microservices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31C473-9741-35B2-F79F-F9731E75D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5354" y="2377747"/>
            <a:ext cx="2477071" cy="407055"/>
          </a:xfrm>
        </p:spPr>
        <p:txBody>
          <a:bodyPr/>
          <a:lstStyle/>
          <a:p>
            <a:r>
              <a:rPr lang="de-DE" dirty="0"/>
              <a:t>by Alexander Ley</a:t>
            </a:r>
          </a:p>
        </p:txBody>
      </p:sp>
    </p:spTree>
    <p:extLst>
      <p:ext uri="{BB962C8B-B14F-4D97-AF65-F5344CB8AC3E}">
        <p14:creationId xmlns:p14="http://schemas.microsoft.com/office/powerpoint/2010/main" val="52151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26C7E-6283-F360-6D7C-7EE40BD65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AC394F-EA86-D46B-A0A7-E42B76C73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955" y="876300"/>
            <a:ext cx="11188091" cy="1704975"/>
          </a:xfrm>
        </p:spPr>
        <p:txBody>
          <a:bodyPr>
            <a:noAutofit/>
          </a:bodyPr>
          <a:lstStyle/>
          <a:p>
            <a:pPr algn="ctr"/>
            <a:r>
              <a:rPr lang="de-DE" sz="4000" cap="none" dirty="0">
                <a:solidFill>
                  <a:srgbClr val="FF0000"/>
                </a:solidFill>
                <a:latin typeface="+mn-lt"/>
              </a:rPr>
              <a:t>Service-Interface-</a:t>
            </a:r>
            <a:r>
              <a:rPr lang="de-DE" sz="4000" cap="none" dirty="0" err="1">
                <a:solidFill>
                  <a:srgbClr val="FF0000"/>
                </a:solidFill>
                <a:latin typeface="+mn-lt"/>
              </a:rPr>
              <a:t>Identification</a:t>
            </a:r>
            <a:r>
              <a:rPr lang="de-DE" sz="4000" cap="none" dirty="0">
                <a:latin typeface="+mn-lt"/>
              </a:rPr>
              <a:t>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 err="1">
                <a:latin typeface="+mn-lt"/>
              </a:rPr>
              <a:t>during</a:t>
            </a:r>
            <a:r>
              <a:rPr lang="de-DE" sz="4000" cap="none" dirty="0">
                <a:latin typeface="+mn-lt"/>
              </a:rPr>
              <a:t> the Software Migration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>
                <a:latin typeface="+mn-lt"/>
              </a:rPr>
              <a:t>of Monoliths to Microservices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280C9A7-E0B7-F530-5990-463F124798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5354" y="2377747"/>
            <a:ext cx="2477071" cy="407055"/>
          </a:xfrm>
        </p:spPr>
        <p:txBody>
          <a:bodyPr/>
          <a:lstStyle/>
          <a:p>
            <a:r>
              <a:rPr lang="de-DE" dirty="0"/>
              <a:t>by Alexander Ley</a:t>
            </a:r>
          </a:p>
        </p:txBody>
      </p:sp>
    </p:spTree>
    <p:extLst>
      <p:ext uri="{BB962C8B-B14F-4D97-AF65-F5344CB8AC3E}">
        <p14:creationId xmlns:p14="http://schemas.microsoft.com/office/powerpoint/2010/main" val="1807136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F3DE9-BBB8-3919-4A88-0C2BA7762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AA0E1-163F-5B57-E511-7EA84148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955" y="876300"/>
            <a:ext cx="11188091" cy="1704975"/>
          </a:xfrm>
        </p:spPr>
        <p:txBody>
          <a:bodyPr>
            <a:noAutofit/>
          </a:bodyPr>
          <a:lstStyle/>
          <a:p>
            <a:pPr algn="ctr"/>
            <a:r>
              <a:rPr lang="de-DE" sz="4000" cap="none" dirty="0">
                <a:latin typeface="+mn-lt"/>
              </a:rPr>
              <a:t>Service-Interface-</a:t>
            </a:r>
            <a:r>
              <a:rPr lang="de-DE" sz="4000" cap="none" dirty="0" err="1">
                <a:latin typeface="+mn-lt"/>
              </a:rPr>
              <a:t>Identification</a:t>
            </a:r>
            <a:r>
              <a:rPr lang="de-DE" sz="4000" cap="none" dirty="0">
                <a:latin typeface="+mn-lt"/>
              </a:rPr>
              <a:t>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 err="1">
                <a:latin typeface="+mn-lt"/>
              </a:rPr>
              <a:t>during</a:t>
            </a:r>
            <a:r>
              <a:rPr lang="de-DE" sz="4000" cap="none" dirty="0">
                <a:latin typeface="+mn-lt"/>
              </a:rPr>
              <a:t> the Software Migration </a:t>
            </a:r>
            <a:br>
              <a:rPr lang="de-DE" sz="4000" cap="none" dirty="0">
                <a:latin typeface="+mn-lt"/>
              </a:rPr>
            </a:br>
            <a:r>
              <a:rPr lang="de-DE" sz="4000" cap="none" dirty="0">
                <a:latin typeface="+mn-lt"/>
              </a:rPr>
              <a:t>of Monoliths to Microservices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3298EC-12B7-CFAF-9F9A-2B589A5A1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05354" y="2377747"/>
            <a:ext cx="2477071" cy="407055"/>
          </a:xfrm>
        </p:spPr>
        <p:txBody>
          <a:bodyPr/>
          <a:lstStyle/>
          <a:p>
            <a:r>
              <a:rPr lang="de-DE" dirty="0"/>
              <a:t>by Alexander Ley</a:t>
            </a:r>
          </a:p>
        </p:txBody>
      </p:sp>
    </p:spTree>
    <p:extLst>
      <p:ext uri="{BB962C8B-B14F-4D97-AF65-F5344CB8AC3E}">
        <p14:creationId xmlns:p14="http://schemas.microsoft.com/office/powerpoint/2010/main" val="1104438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03D2E7-619E-ADDB-160E-BF1794EF7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cap="none" dirty="0"/>
              <a:t>Why </a:t>
            </a:r>
            <a:r>
              <a:rPr lang="de-DE" cap="none" dirty="0" err="1"/>
              <a:t>is</a:t>
            </a:r>
            <a:r>
              <a:rPr lang="de-DE" cap="none" dirty="0"/>
              <a:t> </a:t>
            </a:r>
            <a:r>
              <a:rPr lang="de-DE" cap="none" dirty="0">
                <a:solidFill>
                  <a:srgbClr val="C00000"/>
                </a:solidFill>
              </a:rPr>
              <a:t>Software Migration </a:t>
            </a:r>
            <a:r>
              <a:rPr lang="de-DE" cap="none" dirty="0"/>
              <a:t>relevant?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07046B-CD2D-6AB4-FC1D-BC825A04B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5092214"/>
      </p:ext>
    </p:extLst>
  </p:cSld>
  <p:clrMapOvr>
    <a:masterClrMapping/>
  </p:clrMapOvr>
</p:sld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0</TotalTime>
  <Words>238</Words>
  <Application>Microsoft Office PowerPoint</Application>
  <PresentationFormat>Breitbild</PresentationFormat>
  <Paragraphs>23</Paragraphs>
  <Slides>6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9" baseType="lpstr">
      <vt:lpstr>Aptos</vt:lpstr>
      <vt:lpstr>Arial</vt:lpstr>
      <vt:lpstr>Modulo</vt:lpstr>
      <vt:lpstr>Service-Interface-Identification  during the Software Migration  of Monoliths to Microservices</vt:lpstr>
      <vt:lpstr>Service-Interface-Identification  during the Software Migration  of Monoliths to Microservices</vt:lpstr>
      <vt:lpstr>Service-Interface-Identification  during the Software Migration  of Monoliths to Microservices</vt:lpstr>
      <vt:lpstr>Service-Interface-Identification  during the Software Migration  of Monoliths to Microservices</vt:lpstr>
      <vt:lpstr>Service-Interface-Identification  during the Software Migration  of Monoliths to Microservices</vt:lpstr>
      <vt:lpstr>Why is Software Migration relevant?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Ley, Alexander</dc:creator>
  <cp:lastModifiedBy>Ley, Alexander</cp:lastModifiedBy>
  <cp:revision>1</cp:revision>
  <dcterms:created xsi:type="dcterms:W3CDTF">2026-09-24T14:17:40Z</dcterms:created>
  <dcterms:modified xsi:type="dcterms:W3CDTF">2026-09-24T15:06:06Z</dcterms:modified>
</cp:coreProperties>
</file>